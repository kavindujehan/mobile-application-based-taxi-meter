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341150-419D-44EF-BB92-C506E1101573}" v="82" dt="2025-12-22T15:22:04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48C84A-6893-4D3B-8042-AB7217515920}" type="doc">
      <dgm:prSet loTypeId="urn:microsoft.com/office/officeart/2005/8/layout/vList5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18756DD-D6D0-45C6-BEC4-B8A359AEBE8F}">
      <dgm:prSet/>
      <dgm:spPr/>
      <dgm:t>
        <a:bodyPr/>
        <a:lstStyle/>
        <a:p>
          <a:r>
            <a:rPr lang="en-US" b="1" i="0" baseline="0" dirty="0"/>
            <a:t>QR-Based Driver Verification</a:t>
          </a:r>
          <a:endParaRPr lang="en-US" dirty="0"/>
        </a:p>
      </dgm:t>
    </dgm:pt>
    <dgm:pt modelId="{BD820827-C691-4C77-BDE5-91D99D8AE612}" type="parTrans" cxnId="{A62CF28D-03B6-446C-8CD8-17C1E8C018AA}">
      <dgm:prSet/>
      <dgm:spPr/>
      <dgm:t>
        <a:bodyPr/>
        <a:lstStyle/>
        <a:p>
          <a:endParaRPr lang="en-US"/>
        </a:p>
      </dgm:t>
    </dgm:pt>
    <dgm:pt modelId="{A50A1E11-5E62-42B4-9220-C690440B6CF2}" type="sibTrans" cxnId="{A62CF28D-03B6-446C-8CD8-17C1E8C018AA}">
      <dgm:prSet/>
      <dgm:spPr/>
      <dgm:t>
        <a:bodyPr/>
        <a:lstStyle/>
        <a:p>
          <a:endParaRPr lang="en-US"/>
        </a:p>
      </dgm:t>
    </dgm:pt>
    <dgm:pt modelId="{B2515936-1E26-40C8-9147-4CC317309943}">
      <dgm:prSet/>
      <dgm:spPr/>
      <dgm:t>
        <a:bodyPr/>
        <a:lstStyle/>
        <a:p>
          <a:r>
            <a:rPr lang="en-US" b="0" i="0" baseline="0" dirty="0"/>
            <a:t>Unique government-issued QR code for each driver</a:t>
          </a:r>
          <a:endParaRPr lang="en-US" dirty="0"/>
        </a:p>
      </dgm:t>
    </dgm:pt>
    <dgm:pt modelId="{33D223A1-89BB-4973-97AF-68F1611FB0A6}" type="parTrans" cxnId="{A6C100D2-B8A7-48E6-BD27-0533A113E549}">
      <dgm:prSet/>
      <dgm:spPr/>
      <dgm:t>
        <a:bodyPr/>
        <a:lstStyle/>
        <a:p>
          <a:endParaRPr lang="en-US"/>
        </a:p>
      </dgm:t>
    </dgm:pt>
    <dgm:pt modelId="{949236CB-0E14-4D5A-B46E-50122ECFCD74}" type="sibTrans" cxnId="{A6C100D2-B8A7-48E6-BD27-0533A113E549}">
      <dgm:prSet/>
      <dgm:spPr/>
      <dgm:t>
        <a:bodyPr/>
        <a:lstStyle/>
        <a:p>
          <a:endParaRPr lang="en-US"/>
        </a:p>
      </dgm:t>
    </dgm:pt>
    <dgm:pt modelId="{7A45E31B-0F98-44DB-AF65-835C795F179D}">
      <dgm:prSet/>
      <dgm:spPr/>
      <dgm:t>
        <a:bodyPr/>
        <a:lstStyle/>
        <a:p>
          <a:r>
            <a:rPr lang="en-US" b="0" i="0" baseline="0" dirty="0"/>
            <a:t>Allows customers to verify driver identity and rates</a:t>
          </a:r>
          <a:endParaRPr lang="en-US" dirty="0"/>
        </a:p>
      </dgm:t>
    </dgm:pt>
    <dgm:pt modelId="{A7F326B0-4F17-42A3-BD4B-790838C808D4}" type="parTrans" cxnId="{FB2A3D08-4672-46BC-981C-4403648D72FE}">
      <dgm:prSet/>
      <dgm:spPr/>
      <dgm:t>
        <a:bodyPr/>
        <a:lstStyle/>
        <a:p>
          <a:endParaRPr lang="en-US"/>
        </a:p>
      </dgm:t>
    </dgm:pt>
    <dgm:pt modelId="{96AFC69F-7619-4C83-A931-E813E39A9076}" type="sibTrans" cxnId="{FB2A3D08-4672-46BC-981C-4403648D72FE}">
      <dgm:prSet/>
      <dgm:spPr/>
      <dgm:t>
        <a:bodyPr/>
        <a:lstStyle/>
        <a:p>
          <a:endParaRPr lang="en-US"/>
        </a:p>
      </dgm:t>
    </dgm:pt>
    <dgm:pt modelId="{F4CF8356-6B62-4FE9-9836-2EDAF2F439CE}">
      <dgm:prSet/>
      <dgm:spPr/>
      <dgm:t>
        <a:bodyPr/>
        <a:lstStyle/>
        <a:p>
          <a:r>
            <a:rPr lang="en-US" b="1" i="0" baseline="0" dirty="0"/>
            <a:t>Transparent Fare Management</a:t>
          </a:r>
          <a:endParaRPr lang="en-US" dirty="0"/>
        </a:p>
      </dgm:t>
    </dgm:pt>
    <dgm:pt modelId="{DD5D153B-9567-4421-BE70-6F1C3E8CE7DF}" type="parTrans" cxnId="{B3DE379A-C532-46C0-9B8C-801F4033829F}">
      <dgm:prSet/>
      <dgm:spPr/>
      <dgm:t>
        <a:bodyPr/>
        <a:lstStyle/>
        <a:p>
          <a:endParaRPr lang="en-US"/>
        </a:p>
      </dgm:t>
    </dgm:pt>
    <dgm:pt modelId="{97977690-F35C-43BB-AAD0-BB52CAF2E7E1}" type="sibTrans" cxnId="{B3DE379A-C532-46C0-9B8C-801F4033829F}">
      <dgm:prSet/>
      <dgm:spPr/>
      <dgm:t>
        <a:bodyPr/>
        <a:lstStyle/>
        <a:p>
          <a:endParaRPr lang="en-US"/>
        </a:p>
      </dgm:t>
    </dgm:pt>
    <dgm:pt modelId="{63034840-E0BE-4BD5-94FE-75BF5B02073E}">
      <dgm:prSet/>
      <dgm:spPr/>
      <dgm:t>
        <a:bodyPr/>
        <a:lstStyle/>
        <a:p>
          <a:r>
            <a:rPr lang="en-US" b="0" i="0" baseline="0" dirty="0"/>
            <a:t>Drivers set per-kilometer rates</a:t>
          </a:r>
          <a:endParaRPr lang="en-US" dirty="0"/>
        </a:p>
      </dgm:t>
    </dgm:pt>
    <dgm:pt modelId="{0DBE251B-2381-4111-BDF6-AE0A01190644}" type="parTrans" cxnId="{2770C607-BC8D-47E6-B378-9A3D92513B10}">
      <dgm:prSet/>
      <dgm:spPr/>
      <dgm:t>
        <a:bodyPr/>
        <a:lstStyle/>
        <a:p>
          <a:endParaRPr lang="en-US"/>
        </a:p>
      </dgm:t>
    </dgm:pt>
    <dgm:pt modelId="{BDFF1F35-5B48-4912-B9D3-8D8344413F8D}" type="sibTrans" cxnId="{2770C607-BC8D-47E6-B378-9A3D92513B10}">
      <dgm:prSet/>
      <dgm:spPr/>
      <dgm:t>
        <a:bodyPr/>
        <a:lstStyle/>
        <a:p>
          <a:endParaRPr lang="en-US"/>
        </a:p>
      </dgm:t>
    </dgm:pt>
    <dgm:pt modelId="{C05646F7-CE03-4911-8159-40A7FBBAE5CA}">
      <dgm:prSet/>
      <dgm:spPr/>
      <dgm:t>
        <a:bodyPr/>
        <a:lstStyle/>
        <a:p>
          <a:r>
            <a:rPr lang="en-US" b="0" i="0" baseline="0" dirty="0"/>
            <a:t>Area-wise average rate comparison with visual indicators</a:t>
          </a:r>
          <a:endParaRPr lang="en-US" dirty="0"/>
        </a:p>
      </dgm:t>
    </dgm:pt>
    <dgm:pt modelId="{C78158B9-4E7D-4627-ABAB-69F8D96A6F9E}" type="parTrans" cxnId="{7B93F852-FAB0-494A-A9DB-A8F3A9BCA6CF}">
      <dgm:prSet/>
      <dgm:spPr/>
      <dgm:t>
        <a:bodyPr/>
        <a:lstStyle/>
        <a:p>
          <a:endParaRPr lang="en-US"/>
        </a:p>
      </dgm:t>
    </dgm:pt>
    <dgm:pt modelId="{F0A8CEE4-63FE-442C-B730-89CD94C30023}" type="sibTrans" cxnId="{7B93F852-FAB0-494A-A9DB-A8F3A9BCA6CF}">
      <dgm:prSet/>
      <dgm:spPr/>
      <dgm:t>
        <a:bodyPr/>
        <a:lstStyle/>
        <a:p>
          <a:endParaRPr lang="en-US"/>
        </a:p>
      </dgm:t>
    </dgm:pt>
    <dgm:pt modelId="{ACBC7626-2C00-4271-97E1-42F3741B8501}">
      <dgm:prSet/>
      <dgm:spPr/>
      <dgm:t>
        <a:bodyPr/>
        <a:lstStyle/>
        <a:p>
          <a:r>
            <a:rPr lang="en-US" b="1" i="0" baseline="0" dirty="0"/>
            <a:t>Digital Trip &amp; Income Management</a:t>
          </a:r>
          <a:endParaRPr lang="en-US" dirty="0"/>
        </a:p>
      </dgm:t>
    </dgm:pt>
    <dgm:pt modelId="{BC005666-8DC4-4D44-9A76-45BE74499C9F}" type="parTrans" cxnId="{65853342-E8A3-40AE-9514-388FC2BAE927}">
      <dgm:prSet/>
      <dgm:spPr/>
      <dgm:t>
        <a:bodyPr/>
        <a:lstStyle/>
        <a:p>
          <a:endParaRPr lang="en-US"/>
        </a:p>
      </dgm:t>
    </dgm:pt>
    <dgm:pt modelId="{E1428534-0099-4084-B885-2FB182AD3318}" type="sibTrans" cxnId="{65853342-E8A3-40AE-9514-388FC2BAE927}">
      <dgm:prSet/>
      <dgm:spPr/>
      <dgm:t>
        <a:bodyPr/>
        <a:lstStyle/>
        <a:p>
          <a:endParaRPr lang="en-US"/>
        </a:p>
      </dgm:t>
    </dgm:pt>
    <dgm:pt modelId="{736CBAD9-C5BB-405B-B1AC-7E71582D173A}">
      <dgm:prSet/>
      <dgm:spPr/>
      <dgm:t>
        <a:bodyPr/>
        <a:lstStyle/>
        <a:p>
          <a:r>
            <a:rPr lang="en-US" b="0" i="0" baseline="0" dirty="0"/>
            <a:t>Automatic fare calculation</a:t>
          </a:r>
          <a:endParaRPr lang="en-US" dirty="0"/>
        </a:p>
      </dgm:t>
    </dgm:pt>
    <dgm:pt modelId="{DDC5F382-A576-425F-A599-BD8E02A62C31}" type="parTrans" cxnId="{42A42232-D5A4-4EA7-ABF9-FA464BE2F9F1}">
      <dgm:prSet/>
      <dgm:spPr/>
      <dgm:t>
        <a:bodyPr/>
        <a:lstStyle/>
        <a:p>
          <a:endParaRPr lang="en-US"/>
        </a:p>
      </dgm:t>
    </dgm:pt>
    <dgm:pt modelId="{7404F26A-ACEC-4B50-A6C6-60648DE8CEC5}" type="sibTrans" cxnId="{42A42232-D5A4-4EA7-ABF9-FA464BE2F9F1}">
      <dgm:prSet/>
      <dgm:spPr/>
      <dgm:t>
        <a:bodyPr/>
        <a:lstStyle/>
        <a:p>
          <a:endParaRPr lang="en-US"/>
        </a:p>
      </dgm:t>
    </dgm:pt>
    <dgm:pt modelId="{E4E518BD-285D-4A83-B0C4-E6B70BE85AA1}">
      <dgm:prSet/>
      <dgm:spPr/>
      <dgm:t>
        <a:bodyPr/>
        <a:lstStyle/>
        <a:p>
          <a:r>
            <a:rPr lang="en-US" b="0" i="0" baseline="0" dirty="0"/>
            <a:t>Digital receipt generation and trip history</a:t>
          </a:r>
          <a:endParaRPr lang="en-US" dirty="0"/>
        </a:p>
      </dgm:t>
    </dgm:pt>
    <dgm:pt modelId="{3628E232-FD20-49B6-9526-99CF470CA983}" type="parTrans" cxnId="{07D14B36-5389-4153-B384-53DE5D5805B6}">
      <dgm:prSet/>
      <dgm:spPr/>
      <dgm:t>
        <a:bodyPr/>
        <a:lstStyle/>
        <a:p>
          <a:endParaRPr lang="en-US"/>
        </a:p>
      </dgm:t>
    </dgm:pt>
    <dgm:pt modelId="{CC623C73-4663-4D80-AAF5-658CFD9D1F75}" type="sibTrans" cxnId="{07D14B36-5389-4153-B384-53DE5D5805B6}">
      <dgm:prSet/>
      <dgm:spPr/>
      <dgm:t>
        <a:bodyPr/>
        <a:lstStyle/>
        <a:p>
          <a:endParaRPr lang="en-US"/>
        </a:p>
      </dgm:t>
    </dgm:pt>
    <dgm:pt modelId="{A7F08689-F610-41CC-8184-2AA9619E8FAD}">
      <dgm:prSet/>
      <dgm:spPr/>
      <dgm:t>
        <a:bodyPr/>
        <a:lstStyle/>
        <a:p>
          <a:r>
            <a:rPr lang="en-US" b="1" i="0" baseline="0" dirty="0"/>
            <a:t>Income tracking for drivers and regulators</a:t>
          </a:r>
          <a:endParaRPr lang="en-US" b="1" dirty="0"/>
        </a:p>
      </dgm:t>
    </dgm:pt>
    <dgm:pt modelId="{443EDAC3-9D3D-4061-BF4C-9F2DC5FA45C4}" type="parTrans" cxnId="{D7D99B1E-1511-4EC9-A706-4546D31521CA}">
      <dgm:prSet/>
      <dgm:spPr/>
      <dgm:t>
        <a:bodyPr/>
        <a:lstStyle/>
        <a:p>
          <a:endParaRPr lang="en-US"/>
        </a:p>
      </dgm:t>
    </dgm:pt>
    <dgm:pt modelId="{A1D6AA4A-1D12-4B4B-81D0-5AE67A74CC18}" type="sibTrans" cxnId="{D7D99B1E-1511-4EC9-A706-4546D31521CA}">
      <dgm:prSet/>
      <dgm:spPr/>
      <dgm:t>
        <a:bodyPr/>
        <a:lstStyle/>
        <a:p>
          <a:endParaRPr lang="en-US"/>
        </a:p>
      </dgm:t>
    </dgm:pt>
    <dgm:pt modelId="{9B57F9A4-B684-48BE-A336-F2DF07F01B02}">
      <dgm:prSet/>
      <dgm:spPr/>
      <dgm:t>
        <a:bodyPr/>
        <a:lstStyle/>
        <a:p>
          <a:r>
            <a:rPr lang="en-US" b="0" i="0" baseline="0" dirty="0"/>
            <a:t>Reliable Offline Operation</a:t>
          </a:r>
          <a:endParaRPr lang="en-US" b="0" dirty="0"/>
        </a:p>
      </dgm:t>
    </dgm:pt>
    <dgm:pt modelId="{703A547A-5638-4E8D-86B0-17D5413CD880}" type="parTrans" cxnId="{D33F5507-4FC5-4A3C-90B1-B0454BAAC46C}">
      <dgm:prSet/>
      <dgm:spPr/>
      <dgm:t>
        <a:bodyPr/>
        <a:lstStyle/>
        <a:p>
          <a:endParaRPr lang="en-US"/>
        </a:p>
      </dgm:t>
    </dgm:pt>
    <dgm:pt modelId="{32D6B888-798C-4CF1-A0CD-D23D0CD5EF76}" type="sibTrans" cxnId="{D33F5507-4FC5-4A3C-90B1-B0454BAAC46C}">
      <dgm:prSet/>
      <dgm:spPr/>
      <dgm:t>
        <a:bodyPr/>
        <a:lstStyle/>
        <a:p>
          <a:endParaRPr lang="en-US"/>
        </a:p>
      </dgm:t>
    </dgm:pt>
    <dgm:pt modelId="{BA2ED687-9160-48DA-B129-08177F9B1011}">
      <dgm:prSet/>
      <dgm:spPr/>
      <dgm:t>
        <a:bodyPr/>
        <a:lstStyle/>
        <a:p>
          <a:r>
            <a:rPr lang="en-US" b="0" i="0" baseline="0" dirty="0"/>
            <a:t>Fare calculation and receipt generation without internet access</a:t>
          </a:r>
          <a:endParaRPr lang="en-US" dirty="0"/>
        </a:p>
      </dgm:t>
    </dgm:pt>
    <dgm:pt modelId="{AE7A1A69-EFE8-4764-9804-1662BAC16417}" type="parTrans" cxnId="{2E7C250D-B417-44BD-9FA4-481D0BAC84C9}">
      <dgm:prSet/>
      <dgm:spPr/>
      <dgm:t>
        <a:bodyPr/>
        <a:lstStyle/>
        <a:p>
          <a:endParaRPr lang="en-US"/>
        </a:p>
      </dgm:t>
    </dgm:pt>
    <dgm:pt modelId="{114E99BB-12B7-4C2D-81A5-A96161A19D5C}" type="sibTrans" cxnId="{2E7C250D-B417-44BD-9FA4-481D0BAC84C9}">
      <dgm:prSet/>
      <dgm:spPr/>
      <dgm:t>
        <a:bodyPr/>
        <a:lstStyle/>
        <a:p>
          <a:endParaRPr lang="en-US"/>
        </a:p>
      </dgm:t>
    </dgm:pt>
    <dgm:pt modelId="{248A8594-C142-4257-BB08-A6EDAB2B2F45}" type="pres">
      <dgm:prSet presAssocID="{5B48C84A-6893-4D3B-8042-AB7217515920}" presName="Name0" presStyleCnt="0">
        <dgm:presLayoutVars>
          <dgm:dir/>
          <dgm:animLvl val="lvl"/>
          <dgm:resizeHandles val="exact"/>
        </dgm:presLayoutVars>
      </dgm:prSet>
      <dgm:spPr/>
    </dgm:pt>
    <dgm:pt modelId="{A55FF2FD-1E0F-45CC-9EB0-676E8E7402F3}" type="pres">
      <dgm:prSet presAssocID="{B18756DD-D6D0-45C6-BEC4-B8A359AEBE8F}" presName="linNode" presStyleCnt="0"/>
      <dgm:spPr/>
    </dgm:pt>
    <dgm:pt modelId="{AE6FD6EB-286B-494C-A486-12B196276B55}" type="pres">
      <dgm:prSet presAssocID="{B18756DD-D6D0-45C6-BEC4-B8A359AEBE8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18CC98D8-94BE-41CD-AA47-35CD0B4629ED}" type="pres">
      <dgm:prSet presAssocID="{B18756DD-D6D0-45C6-BEC4-B8A359AEBE8F}" presName="descendantText" presStyleLbl="alignAccFollowNode1" presStyleIdx="0" presStyleCnt="4">
        <dgm:presLayoutVars>
          <dgm:bulletEnabled val="1"/>
        </dgm:presLayoutVars>
      </dgm:prSet>
      <dgm:spPr/>
    </dgm:pt>
    <dgm:pt modelId="{D83AD072-427A-4E53-A63A-F7820E3D08A8}" type="pres">
      <dgm:prSet presAssocID="{A50A1E11-5E62-42B4-9220-C690440B6CF2}" presName="sp" presStyleCnt="0"/>
      <dgm:spPr/>
    </dgm:pt>
    <dgm:pt modelId="{C0C95461-CA36-4CB5-9C95-CFB1AE5C6E89}" type="pres">
      <dgm:prSet presAssocID="{F4CF8356-6B62-4FE9-9836-2EDAF2F439CE}" presName="linNode" presStyleCnt="0"/>
      <dgm:spPr/>
    </dgm:pt>
    <dgm:pt modelId="{0AA7FBA0-9DED-43DA-ADB2-D6143432711A}" type="pres">
      <dgm:prSet presAssocID="{F4CF8356-6B62-4FE9-9836-2EDAF2F439C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CE0F767-BB9B-4182-B413-E9A6F2EC420A}" type="pres">
      <dgm:prSet presAssocID="{F4CF8356-6B62-4FE9-9836-2EDAF2F439CE}" presName="descendantText" presStyleLbl="alignAccFollowNode1" presStyleIdx="1" presStyleCnt="4">
        <dgm:presLayoutVars>
          <dgm:bulletEnabled val="1"/>
        </dgm:presLayoutVars>
      </dgm:prSet>
      <dgm:spPr/>
    </dgm:pt>
    <dgm:pt modelId="{AB2D0290-2CF8-4474-9DFE-C3115656191A}" type="pres">
      <dgm:prSet presAssocID="{97977690-F35C-43BB-AAD0-BB52CAF2E7E1}" presName="sp" presStyleCnt="0"/>
      <dgm:spPr/>
    </dgm:pt>
    <dgm:pt modelId="{C0E096A2-9F06-4C07-8C95-B624271EE597}" type="pres">
      <dgm:prSet presAssocID="{ACBC7626-2C00-4271-97E1-42F3741B8501}" presName="linNode" presStyleCnt="0"/>
      <dgm:spPr/>
    </dgm:pt>
    <dgm:pt modelId="{A9E49822-39AE-4F20-B13C-787BED512369}" type="pres">
      <dgm:prSet presAssocID="{ACBC7626-2C00-4271-97E1-42F3741B8501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36F769E-5F3D-4CB3-8197-4BD0A4B49269}" type="pres">
      <dgm:prSet presAssocID="{ACBC7626-2C00-4271-97E1-42F3741B8501}" presName="descendantText" presStyleLbl="alignAccFollowNode1" presStyleIdx="2" presStyleCnt="4">
        <dgm:presLayoutVars>
          <dgm:bulletEnabled val="1"/>
        </dgm:presLayoutVars>
      </dgm:prSet>
      <dgm:spPr/>
    </dgm:pt>
    <dgm:pt modelId="{E08C3A3F-2F93-40AD-BFC7-A55282BE9BBC}" type="pres">
      <dgm:prSet presAssocID="{E1428534-0099-4084-B885-2FB182AD3318}" presName="sp" presStyleCnt="0"/>
      <dgm:spPr/>
    </dgm:pt>
    <dgm:pt modelId="{699266DF-AE27-47CD-BDC0-9C7EF2F5F3EE}" type="pres">
      <dgm:prSet presAssocID="{A7F08689-F610-41CC-8184-2AA9619E8FAD}" presName="linNode" presStyleCnt="0"/>
      <dgm:spPr/>
    </dgm:pt>
    <dgm:pt modelId="{6205A9CC-620D-4A0B-8F65-72BC8027ED00}" type="pres">
      <dgm:prSet presAssocID="{A7F08689-F610-41CC-8184-2AA9619E8FAD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2B326AA8-A338-4BE3-9F51-FEF7399A6D35}" type="pres">
      <dgm:prSet presAssocID="{A7F08689-F610-41CC-8184-2AA9619E8FA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D33F5507-4FC5-4A3C-90B1-B0454BAAC46C}" srcId="{A7F08689-F610-41CC-8184-2AA9619E8FAD}" destId="{9B57F9A4-B684-48BE-A336-F2DF07F01B02}" srcOrd="0" destOrd="0" parTransId="{703A547A-5638-4E8D-86B0-17D5413CD880}" sibTransId="{32D6B888-798C-4CF1-A0CD-D23D0CD5EF76}"/>
    <dgm:cxn modelId="{2770C607-BC8D-47E6-B378-9A3D92513B10}" srcId="{F4CF8356-6B62-4FE9-9836-2EDAF2F439CE}" destId="{63034840-E0BE-4BD5-94FE-75BF5B02073E}" srcOrd="0" destOrd="0" parTransId="{0DBE251B-2381-4111-BDF6-AE0A01190644}" sibTransId="{BDFF1F35-5B48-4912-B9D3-8D8344413F8D}"/>
    <dgm:cxn modelId="{FB2A3D08-4672-46BC-981C-4403648D72FE}" srcId="{B18756DD-D6D0-45C6-BEC4-B8A359AEBE8F}" destId="{7A45E31B-0F98-44DB-AF65-835C795F179D}" srcOrd="1" destOrd="0" parTransId="{A7F326B0-4F17-42A3-BD4B-790838C808D4}" sibTransId="{96AFC69F-7619-4C83-A931-E813E39A9076}"/>
    <dgm:cxn modelId="{2E7C250D-B417-44BD-9FA4-481D0BAC84C9}" srcId="{A7F08689-F610-41CC-8184-2AA9619E8FAD}" destId="{BA2ED687-9160-48DA-B129-08177F9B1011}" srcOrd="1" destOrd="0" parTransId="{AE7A1A69-EFE8-4764-9804-1662BAC16417}" sibTransId="{114E99BB-12B7-4C2D-81A5-A96161A19D5C}"/>
    <dgm:cxn modelId="{703CBA0E-D6C4-40F3-B0B5-D93703C93268}" type="presOf" srcId="{BA2ED687-9160-48DA-B129-08177F9B1011}" destId="{2B326AA8-A338-4BE3-9F51-FEF7399A6D35}" srcOrd="0" destOrd="1" presId="urn:microsoft.com/office/officeart/2005/8/layout/vList5"/>
    <dgm:cxn modelId="{D7D99B1E-1511-4EC9-A706-4546D31521CA}" srcId="{5B48C84A-6893-4D3B-8042-AB7217515920}" destId="{A7F08689-F610-41CC-8184-2AA9619E8FAD}" srcOrd="3" destOrd="0" parTransId="{443EDAC3-9D3D-4061-BF4C-9F2DC5FA45C4}" sibTransId="{A1D6AA4A-1D12-4B4B-81D0-5AE67A74CC18}"/>
    <dgm:cxn modelId="{FF26E029-92A8-4218-BEAF-678F7915BA25}" type="presOf" srcId="{A7F08689-F610-41CC-8184-2AA9619E8FAD}" destId="{6205A9CC-620D-4A0B-8F65-72BC8027ED00}" srcOrd="0" destOrd="0" presId="urn:microsoft.com/office/officeart/2005/8/layout/vList5"/>
    <dgm:cxn modelId="{42A42232-D5A4-4EA7-ABF9-FA464BE2F9F1}" srcId="{ACBC7626-2C00-4271-97E1-42F3741B8501}" destId="{736CBAD9-C5BB-405B-B1AC-7E71582D173A}" srcOrd="0" destOrd="0" parTransId="{DDC5F382-A576-425F-A599-BD8E02A62C31}" sibTransId="{7404F26A-ACEC-4B50-A6C6-60648DE8CEC5}"/>
    <dgm:cxn modelId="{10043332-E849-4AF6-9B33-6229B21E6607}" type="presOf" srcId="{5B48C84A-6893-4D3B-8042-AB7217515920}" destId="{248A8594-C142-4257-BB08-A6EDAB2B2F45}" srcOrd="0" destOrd="0" presId="urn:microsoft.com/office/officeart/2005/8/layout/vList5"/>
    <dgm:cxn modelId="{07D14B36-5389-4153-B384-53DE5D5805B6}" srcId="{ACBC7626-2C00-4271-97E1-42F3741B8501}" destId="{E4E518BD-285D-4A83-B0C4-E6B70BE85AA1}" srcOrd="1" destOrd="0" parTransId="{3628E232-FD20-49B6-9526-99CF470CA983}" sibTransId="{CC623C73-4663-4D80-AAF5-658CFD9D1F75}"/>
    <dgm:cxn modelId="{65853342-E8A3-40AE-9514-388FC2BAE927}" srcId="{5B48C84A-6893-4D3B-8042-AB7217515920}" destId="{ACBC7626-2C00-4271-97E1-42F3741B8501}" srcOrd="2" destOrd="0" parTransId="{BC005666-8DC4-4D44-9A76-45BE74499C9F}" sibTransId="{E1428534-0099-4084-B885-2FB182AD3318}"/>
    <dgm:cxn modelId="{51F0F042-BE70-475A-945A-17B609B27548}" type="presOf" srcId="{ACBC7626-2C00-4271-97E1-42F3741B8501}" destId="{A9E49822-39AE-4F20-B13C-787BED512369}" srcOrd="0" destOrd="0" presId="urn:microsoft.com/office/officeart/2005/8/layout/vList5"/>
    <dgm:cxn modelId="{44C58647-B3E2-4F82-85DE-A50D18FBDAC9}" type="presOf" srcId="{B2515936-1E26-40C8-9147-4CC317309943}" destId="{18CC98D8-94BE-41CD-AA47-35CD0B4629ED}" srcOrd="0" destOrd="0" presId="urn:microsoft.com/office/officeart/2005/8/layout/vList5"/>
    <dgm:cxn modelId="{5DD3166B-2347-46FC-8CB3-E4B9FBDA1A72}" type="presOf" srcId="{9B57F9A4-B684-48BE-A336-F2DF07F01B02}" destId="{2B326AA8-A338-4BE3-9F51-FEF7399A6D35}" srcOrd="0" destOrd="0" presId="urn:microsoft.com/office/officeart/2005/8/layout/vList5"/>
    <dgm:cxn modelId="{7B93F852-FAB0-494A-A9DB-A8F3A9BCA6CF}" srcId="{F4CF8356-6B62-4FE9-9836-2EDAF2F439CE}" destId="{C05646F7-CE03-4911-8159-40A7FBBAE5CA}" srcOrd="1" destOrd="0" parTransId="{C78158B9-4E7D-4627-ABAB-69F8D96A6F9E}" sibTransId="{F0A8CEE4-63FE-442C-B730-89CD94C30023}"/>
    <dgm:cxn modelId="{923FAF82-5FD6-4A18-93EE-F3B2258C6376}" type="presOf" srcId="{F4CF8356-6B62-4FE9-9836-2EDAF2F439CE}" destId="{0AA7FBA0-9DED-43DA-ADB2-D6143432711A}" srcOrd="0" destOrd="0" presId="urn:microsoft.com/office/officeart/2005/8/layout/vList5"/>
    <dgm:cxn modelId="{D015708B-A5C3-49C5-B305-9C91B2DC4A37}" type="presOf" srcId="{B18756DD-D6D0-45C6-BEC4-B8A359AEBE8F}" destId="{AE6FD6EB-286B-494C-A486-12B196276B55}" srcOrd="0" destOrd="0" presId="urn:microsoft.com/office/officeart/2005/8/layout/vList5"/>
    <dgm:cxn modelId="{A62CF28D-03B6-446C-8CD8-17C1E8C018AA}" srcId="{5B48C84A-6893-4D3B-8042-AB7217515920}" destId="{B18756DD-D6D0-45C6-BEC4-B8A359AEBE8F}" srcOrd="0" destOrd="0" parTransId="{BD820827-C691-4C77-BDE5-91D99D8AE612}" sibTransId="{A50A1E11-5E62-42B4-9220-C690440B6CF2}"/>
    <dgm:cxn modelId="{B3DE379A-C532-46C0-9B8C-801F4033829F}" srcId="{5B48C84A-6893-4D3B-8042-AB7217515920}" destId="{F4CF8356-6B62-4FE9-9836-2EDAF2F439CE}" srcOrd="1" destOrd="0" parTransId="{DD5D153B-9567-4421-BE70-6F1C3E8CE7DF}" sibTransId="{97977690-F35C-43BB-AAD0-BB52CAF2E7E1}"/>
    <dgm:cxn modelId="{D9E024BA-6DCD-412C-9410-F72579A0E0A0}" type="presOf" srcId="{736CBAD9-C5BB-405B-B1AC-7E71582D173A}" destId="{F36F769E-5F3D-4CB3-8197-4BD0A4B49269}" srcOrd="0" destOrd="0" presId="urn:microsoft.com/office/officeart/2005/8/layout/vList5"/>
    <dgm:cxn modelId="{88A8EDBF-B5C6-450E-8BB9-08BA05939E1E}" type="presOf" srcId="{E4E518BD-285D-4A83-B0C4-E6B70BE85AA1}" destId="{F36F769E-5F3D-4CB3-8197-4BD0A4B49269}" srcOrd="0" destOrd="1" presId="urn:microsoft.com/office/officeart/2005/8/layout/vList5"/>
    <dgm:cxn modelId="{AFE3DDC3-F310-4895-941F-A050814983ED}" type="presOf" srcId="{7A45E31B-0F98-44DB-AF65-835C795F179D}" destId="{18CC98D8-94BE-41CD-AA47-35CD0B4629ED}" srcOrd="0" destOrd="1" presId="urn:microsoft.com/office/officeart/2005/8/layout/vList5"/>
    <dgm:cxn modelId="{A6C100D2-B8A7-48E6-BD27-0533A113E549}" srcId="{B18756DD-D6D0-45C6-BEC4-B8A359AEBE8F}" destId="{B2515936-1E26-40C8-9147-4CC317309943}" srcOrd="0" destOrd="0" parTransId="{33D223A1-89BB-4973-97AF-68F1611FB0A6}" sibTransId="{949236CB-0E14-4D5A-B46E-50122ECFCD74}"/>
    <dgm:cxn modelId="{FDA3D2DC-54C3-44EB-89A2-50BB5C3034AB}" type="presOf" srcId="{63034840-E0BE-4BD5-94FE-75BF5B02073E}" destId="{CCE0F767-BB9B-4182-B413-E9A6F2EC420A}" srcOrd="0" destOrd="0" presId="urn:microsoft.com/office/officeart/2005/8/layout/vList5"/>
    <dgm:cxn modelId="{C5B6E7E2-25D0-481D-B6EA-CE4DEC827A36}" type="presOf" srcId="{C05646F7-CE03-4911-8159-40A7FBBAE5CA}" destId="{CCE0F767-BB9B-4182-B413-E9A6F2EC420A}" srcOrd="0" destOrd="1" presId="urn:microsoft.com/office/officeart/2005/8/layout/vList5"/>
    <dgm:cxn modelId="{938D682F-17A4-4FA5-9418-2C09207A579A}" type="presParOf" srcId="{248A8594-C142-4257-BB08-A6EDAB2B2F45}" destId="{A55FF2FD-1E0F-45CC-9EB0-676E8E7402F3}" srcOrd="0" destOrd="0" presId="urn:microsoft.com/office/officeart/2005/8/layout/vList5"/>
    <dgm:cxn modelId="{7D02CF20-818C-4BEA-8FB8-8C4BEF00048A}" type="presParOf" srcId="{A55FF2FD-1E0F-45CC-9EB0-676E8E7402F3}" destId="{AE6FD6EB-286B-494C-A486-12B196276B55}" srcOrd="0" destOrd="0" presId="urn:microsoft.com/office/officeart/2005/8/layout/vList5"/>
    <dgm:cxn modelId="{E5010390-4F2B-4C43-BB06-2B17E68B2978}" type="presParOf" srcId="{A55FF2FD-1E0F-45CC-9EB0-676E8E7402F3}" destId="{18CC98D8-94BE-41CD-AA47-35CD0B4629ED}" srcOrd="1" destOrd="0" presId="urn:microsoft.com/office/officeart/2005/8/layout/vList5"/>
    <dgm:cxn modelId="{6262F27B-ED7F-4585-A29F-056BD314D5E0}" type="presParOf" srcId="{248A8594-C142-4257-BB08-A6EDAB2B2F45}" destId="{D83AD072-427A-4E53-A63A-F7820E3D08A8}" srcOrd="1" destOrd="0" presId="urn:microsoft.com/office/officeart/2005/8/layout/vList5"/>
    <dgm:cxn modelId="{635FA73E-2308-4FE3-8D52-82ADEA9CEB0B}" type="presParOf" srcId="{248A8594-C142-4257-BB08-A6EDAB2B2F45}" destId="{C0C95461-CA36-4CB5-9C95-CFB1AE5C6E89}" srcOrd="2" destOrd="0" presId="urn:microsoft.com/office/officeart/2005/8/layout/vList5"/>
    <dgm:cxn modelId="{43D88D8E-1E1D-4810-B46B-E4C448E45CCB}" type="presParOf" srcId="{C0C95461-CA36-4CB5-9C95-CFB1AE5C6E89}" destId="{0AA7FBA0-9DED-43DA-ADB2-D6143432711A}" srcOrd="0" destOrd="0" presId="urn:microsoft.com/office/officeart/2005/8/layout/vList5"/>
    <dgm:cxn modelId="{E09E6886-1558-48E5-B5E5-AD976FFFF42D}" type="presParOf" srcId="{C0C95461-CA36-4CB5-9C95-CFB1AE5C6E89}" destId="{CCE0F767-BB9B-4182-B413-E9A6F2EC420A}" srcOrd="1" destOrd="0" presId="urn:microsoft.com/office/officeart/2005/8/layout/vList5"/>
    <dgm:cxn modelId="{E97E5EE1-2812-4855-88BE-0BEE6C3BEA13}" type="presParOf" srcId="{248A8594-C142-4257-BB08-A6EDAB2B2F45}" destId="{AB2D0290-2CF8-4474-9DFE-C3115656191A}" srcOrd="3" destOrd="0" presId="urn:microsoft.com/office/officeart/2005/8/layout/vList5"/>
    <dgm:cxn modelId="{E35DE500-2844-4A0A-BE6C-C8ECFB3F9871}" type="presParOf" srcId="{248A8594-C142-4257-BB08-A6EDAB2B2F45}" destId="{C0E096A2-9F06-4C07-8C95-B624271EE597}" srcOrd="4" destOrd="0" presId="urn:microsoft.com/office/officeart/2005/8/layout/vList5"/>
    <dgm:cxn modelId="{2C7F2024-4687-45BE-BBFC-098CF13233C4}" type="presParOf" srcId="{C0E096A2-9F06-4C07-8C95-B624271EE597}" destId="{A9E49822-39AE-4F20-B13C-787BED512369}" srcOrd="0" destOrd="0" presId="urn:microsoft.com/office/officeart/2005/8/layout/vList5"/>
    <dgm:cxn modelId="{3C64E9CC-5CB4-4841-9D38-0E166CE634F9}" type="presParOf" srcId="{C0E096A2-9F06-4C07-8C95-B624271EE597}" destId="{F36F769E-5F3D-4CB3-8197-4BD0A4B49269}" srcOrd="1" destOrd="0" presId="urn:microsoft.com/office/officeart/2005/8/layout/vList5"/>
    <dgm:cxn modelId="{1F291B10-9DA7-4D17-8188-9BFFCA75D44A}" type="presParOf" srcId="{248A8594-C142-4257-BB08-A6EDAB2B2F45}" destId="{E08C3A3F-2F93-40AD-BFC7-A55282BE9BBC}" srcOrd="5" destOrd="0" presId="urn:microsoft.com/office/officeart/2005/8/layout/vList5"/>
    <dgm:cxn modelId="{B06CDF14-190E-46BA-82BC-8D7EAE87593B}" type="presParOf" srcId="{248A8594-C142-4257-BB08-A6EDAB2B2F45}" destId="{699266DF-AE27-47CD-BDC0-9C7EF2F5F3EE}" srcOrd="6" destOrd="0" presId="urn:microsoft.com/office/officeart/2005/8/layout/vList5"/>
    <dgm:cxn modelId="{AAA7E924-4B89-4402-A87E-49132D72A686}" type="presParOf" srcId="{699266DF-AE27-47CD-BDC0-9C7EF2F5F3EE}" destId="{6205A9CC-620D-4A0B-8F65-72BC8027ED00}" srcOrd="0" destOrd="0" presId="urn:microsoft.com/office/officeart/2005/8/layout/vList5"/>
    <dgm:cxn modelId="{6A74FA8A-F6B9-437B-B129-F1A8F93F2C53}" type="presParOf" srcId="{699266DF-AE27-47CD-BDC0-9C7EF2F5F3EE}" destId="{2B326AA8-A338-4BE3-9F51-FEF7399A6D3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C98D8-94BE-41CD-AA47-35CD0B4629ED}">
      <dsp:nvSpPr>
        <dsp:cNvPr id="0" name=""/>
        <dsp:cNvSpPr/>
      </dsp:nvSpPr>
      <dsp:spPr>
        <a:xfrm rot="5400000">
          <a:off x="3992635" y="-1578889"/>
          <a:ext cx="764704" cy="411763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 dirty="0"/>
            <a:t>Unique government-issued QR code for each driver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 dirty="0"/>
            <a:t>Allows customers to verify driver identity and rates</a:t>
          </a:r>
          <a:endParaRPr lang="en-US" sz="1400" kern="1200" dirty="0"/>
        </a:p>
      </dsp:txBody>
      <dsp:txXfrm rot="-5400000">
        <a:off x="2316170" y="134906"/>
        <a:ext cx="4080305" cy="690044"/>
      </dsp:txXfrm>
    </dsp:sp>
    <dsp:sp modelId="{AE6FD6EB-286B-494C-A486-12B196276B55}">
      <dsp:nvSpPr>
        <dsp:cNvPr id="0" name=""/>
        <dsp:cNvSpPr/>
      </dsp:nvSpPr>
      <dsp:spPr>
        <a:xfrm>
          <a:off x="0" y="1987"/>
          <a:ext cx="2316169" cy="9558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QR-Based Driver Verification</a:t>
          </a:r>
          <a:endParaRPr lang="en-US" sz="1800" kern="1200" dirty="0"/>
        </a:p>
      </dsp:txBody>
      <dsp:txXfrm>
        <a:off x="46662" y="48649"/>
        <a:ext cx="2222845" cy="862556"/>
      </dsp:txXfrm>
    </dsp:sp>
    <dsp:sp modelId="{CCE0F767-BB9B-4182-B413-E9A6F2EC420A}">
      <dsp:nvSpPr>
        <dsp:cNvPr id="0" name=""/>
        <dsp:cNvSpPr/>
      </dsp:nvSpPr>
      <dsp:spPr>
        <a:xfrm rot="5400000">
          <a:off x="3992635" y="-575215"/>
          <a:ext cx="764704" cy="411763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 dirty="0"/>
            <a:t>Drivers set per-kilometer rates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 dirty="0"/>
            <a:t>Area-wise average rate comparison with visual indicators</a:t>
          </a:r>
          <a:endParaRPr lang="en-US" sz="1400" kern="1200" dirty="0"/>
        </a:p>
      </dsp:txBody>
      <dsp:txXfrm rot="-5400000">
        <a:off x="2316170" y="1138580"/>
        <a:ext cx="4080305" cy="690044"/>
      </dsp:txXfrm>
    </dsp:sp>
    <dsp:sp modelId="{0AA7FBA0-9DED-43DA-ADB2-D6143432711A}">
      <dsp:nvSpPr>
        <dsp:cNvPr id="0" name=""/>
        <dsp:cNvSpPr/>
      </dsp:nvSpPr>
      <dsp:spPr>
        <a:xfrm>
          <a:off x="0" y="1005662"/>
          <a:ext cx="2316169" cy="9558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Transparent Fare Management</a:t>
          </a:r>
          <a:endParaRPr lang="en-US" sz="1800" kern="1200" dirty="0"/>
        </a:p>
      </dsp:txBody>
      <dsp:txXfrm>
        <a:off x="46662" y="1052324"/>
        <a:ext cx="2222845" cy="862556"/>
      </dsp:txXfrm>
    </dsp:sp>
    <dsp:sp modelId="{F36F769E-5F3D-4CB3-8197-4BD0A4B49269}">
      <dsp:nvSpPr>
        <dsp:cNvPr id="0" name=""/>
        <dsp:cNvSpPr/>
      </dsp:nvSpPr>
      <dsp:spPr>
        <a:xfrm rot="5400000">
          <a:off x="3992635" y="428459"/>
          <a:ext cx="764704" cy="411763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 dirty="0"/>
            <a:t>Automatic fare calculation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 dirty="0"/>
            <a:t>Digital receipt generation and trip history</a:t>
          </a:r>
          <a:endParaRPr lang="en-US" sz="1400" kern="1200" dirty="0"/>
        </a:p>
      </dsp:txBody>
      <dsp:txXfrm rot="-5400000">
        <a:off x="2316170" y="2142254"/>
        <a:ext cx="4080305" cy="690044"/>
      </dsp:txXfrm>
    </dsp:sp>
    <dsp:sp modelId="{A9E49822-39AE-4F20-B13C-787BED512369}">
      <dsp:nvSpPr>
        <dsp:cNvPr id="0" name=""/>
        <dsp:cNvSpPr/>
      </dsp:nvSpPr>
      <dsp:spPr>
        <a:xfrm>
          <a:off x="0" y="2009337"/>
          <a:ext cx="2316169" cy="9558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Digital Trip &amp; Income Management</a:t>
          </a:r>
          <a:endParaRPr lang="en-US" sz="1800" kern="1200" dirty="0"/>
        </a:p>
      </dsp:txBody>
      <dsp:txXfrm>
        <a:off x="46662" y="2055999"/>
        <a:ext cx="2222845" cy="862556"/>
      </dsp:txXfrm>
    </dsp:sp>
    <dsp:sp modelId="{2B326AA8-A338-4BE3-9F51-FEF7399A6D35}">
      <dsp:nvSpPr>
        <dsp:cNvPr id="0" name=""/>
        <dsp:cNvSpPr/>
      </dsp:nvSpPr>
      <dsp:spPr>
        <a:xfrm rot="5400000">
          <a:off x="3992635" y="1432134"/>
          <a:ext cx="764704" cy="411763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 dirty="0"/>
            <a:t>Reliable Offline Operation</a:t>
          </a:r>
          <a:endParaRPr lang="en-US" sz="1400" b="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 dirty="0"/>
            <a:t>Fare calculation and receipt generation without internet access</a:t>
          </a:r>
          <a:endParaRPr lang="en-US" sz="1400" kern="1200" dirty="0"/>
        </a:p>
      </dsp:txBody>
      <dsp:txXfrm rot="-5400000">
        <a:off x="2316170" y="3145929"/>
        <a:ext cx="4080305" cy="690044"/>
      </dsp:txXfrm>
    </dsp:sp>
    <dsp:sp modelId="{6205A9CC-620D-4A0B-8F65-72BC8027ED00}">
      <dsp:nvSpPr>
        <dsp:cNvPr id="0" name=""/>
        <dsp:cNvSpPr/>
      </dsp:nvSpPr>
      <dsp:spPr>
        <a:xfrm>
          <a:off x="0" y="3013011"/>
          <a:ext cx="2316169" cy="9558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Income tracking for drivers and regulators</a:t>
          </a:r>
          <a:endParaRPr lang="en-US" sz="1800" b="1" kern="1200" dirty="0"/>
        </a:p>
      </dsp:txBody>
      <dsp:txXfrm>
        <a:off x="46662" y="3059673"/>
        <a:ext cx="2222845" cy="8625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940D-94D2-C477-12E0-2EAA8DD80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C9FCC-F504-4C54-1B84-DE71144B9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E55CA-877A-D58F-A2B4-3900F684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271DC-CDDE-49F9-9234-545F081F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22D14-4A16-EE4F-35C1-9F5979CB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83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4CC7-5B5B-A940-D144-E23BC2C5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C6D82-C36A-85EC-2F90-5F1184264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C214B-9E7F-180B-8514-AE8198F95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ED7DD-F805-4E56-5116-6B47DE5A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2B285-07F0-7AFA-5A50-630EE1A2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D458-9136-5407-179C-6B99C00AE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55C50-835D-87B5-703C-CDDD20E45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5DF47-D91D-F85E-5093-969FFD57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C0628-E36C-BD23-A67C-8117C2E4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E85EE-10E5-5899-7492-EACFF92A3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4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79CB-48B4-9A13-EE0E-BA5EDD2C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47629-E8BE-8008-38EC-25B1F00EF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C41F1-9433-ACC7-49EF-0D0A10103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EF0FA-7A93-13AF-E9F7-978973167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B39BE-03B3-1560-AC82-37A2993B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C4D22-83AB-55A0-07DA-334A1938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2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E459-C0B0-1101-C99A-3491F9191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E73E4-4D97-435D-6051-720249F08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2B66C-A7CD-7B9B-2912-316764E64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A84BA-5AAD-831E-3977-504C13830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96825-C406-4BE6-96D9-52409133D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36AE2-4AA8-916D-6788-E0E2E720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92F8E-F978-03E6-520B-F3AE6741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BFB2E-B8A9-BAF5-1B70-F217AD89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8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C43A-7440-D225-850A-46A524DD9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53F92-8333-513C-5C73-38D5D5C8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59A91-08B0-5F2F-9F57-6586BEFE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00761-9CE8-F46A-CCF8-C8F130CB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595564-D34B-1465-67BB-782ED863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7FC9BA-4E4A-38B5-06EA-FDC613C64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44E2D-E9FE-C81E-F364-5A956709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2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B113-4B2A-5849-1F67-80C6F1971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7BA4-85B5-750B-FFEF-E5F281264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F9120-0D4C-5548-CDCA-8A7585FB5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AD8C9-79EA-B069-9B05-07DCD1E0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B018A-9398-5F7F-70A3-EC17B7CE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11DEA-38B8-9AA9-CE6C-B0DC983B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2F36-D47C-8A1F-4244-0BDB2192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C1361-F1D7-A5F3-2C75-A8ACD2E2A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1B7F5-089C-44A3-C352-0F360AC5A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8C9D9-957E-9A71-5EB7-2121F194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71360-2095-D739-8F58-AEAA464D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41D1D-0D60-E8ED-853E-9F6C69A2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94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D4F-2426-FFC8-68BC-486622355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C0ED2-5521-2DF8-846D-8FDC1FD04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FFE13-693D-A7B4-367E-E66A2E08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90A52-6FC9-7214-57B9-EE76A297B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BB66C-2702-34C9-D0E2-CB20981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8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8D337-D07B-8091-A462-27ECC9271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8B139-8367-4E50-857F-74B435C0F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4536-5F8F-0770-26FF-73FB0F22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9CB6-61C3-FDE1-7BEB-2424C3BF9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B4C1C-4A24-9B78-E96F-12C363BC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BEB9C-9055-7DEB-B563-E4785E14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F8505-25D8-C7E3-F78E-A6108BF48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CDB7B-A77F-7A6F-7D46-D96DB439F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6345A-11F6-4438-BDFB-9FC678D561E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05C27-FBBD-6999-DD73-CA61D0E01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35A6A-8B8D-EA8B-31A5-FE02E237B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52F22-6F04-4650-988A-087FFB76C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3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ity street with cars and buildings&#10;&#10;AI-generated content may be incorrect.">
            <a:extLst>
              <a:ext uri="{FF2B5EF4-FFF2-40B4-BE49-F238E27FC236}">
                <a16:creationId xmlns:a16="http://schemas.microsoft.com/office/drawing/2014/main" id="{5A19D5DD-1012-2A19-42E9-C88EA0A421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0" y="-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158198-F011-A129-F5B3-C3235C8B5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120" y="-574358"/>
            <a:ext cx="9144000" cy="29005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Mobile Application–Based Taxi Meter System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211BA-5A98-8D83-1D46-2C26A4AD2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11" y="4443636"/>
            <a:ext cx="4196080" cy="2007716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solidFill>
                  <a:srgbClr val="FFFFFF"/>
                </a:solidFill>
              </a:rPr>
              <a:t> Client: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rgbClr val="FFFFFF"/>
                </a:solidFill>
              </a:rPr>
              <a:t>Dr. Subodha Gunawardena </a:t>
            </a:r>
            <a:endParaRPr lang="en-US" sz="1800" dirty="0">
              <a:solidFill>
                <a:srgbClr val="FFFFFF"/>
              </a:solidFill>
            </a:endParaRP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 EG/2022/5055 : Hamid K.K.J 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 EG/2022/5198 : Munasinghe M.A.B.M 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 EG/2022/5239 : Perera M.T.J.P 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 EG/2022/5297 : Rodrigo W.T.N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F2F23-D5FC-69CD-40AE-479797B75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810" y="2961637"/>
            <a:ext cx="1957070" cy="348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42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yellow car on a road&#10;&#10;AI-generated content may be incorrect.">
            <a:extLst>
              <a:ext uri="{FF2B5EF4-FFF2-40B4-BE49-F238E27FC236}">
                <a16:creationId xmlns:a16="http://schemas.microsoft.com/office/drawing/2014/main" id="{A71D0D0D-A146-14F3-57AE-7C1B8BB300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38" r="13050"/>
          <a:stretch>
            <a:fillRect/>
          </a:stretch>
        </p:blipFill>
        <p:spPr>
          <a:xfrm>
            <a:off x="0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3691F-66F0-7D3B-F5A7-0BB28B0D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87" y="282869"/>
            <a:ext cx="4345430" cy="1219835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9C075D-A24A-1471-EC2F-76B6A88A09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3085" y="831094"/>
            <a:ext cx="4902264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1700" dirty="0">
                <a:latin typeface="Arial" panose="020B0604020202020204" pitchFamily="34" charset="0"/>
              </a:rPr>
              <a:t>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raditional taxi meters are 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expensive to install and maintain.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Existing ride-hailing apps charge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 commissions.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Independent taxi drivers lack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transparent and affordable fare systems.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Passengers have difficulty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verifying drivers and fare authenticity.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Internet-dependent systems 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fail during connectivity issues.(low connection areas)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sz="1700" b="1" dirty="0"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DC3187-EA91-B4C4-DBC1-BCA99FEEEAE0}"/>
              </a:ext>
            </a:extLst>
          </p:cNvPr>
          <p:cNvSpPr txBox="1"/>
          <p:nvPr/>
        </p:nvSpPr>
        <p:spPr>
          <a:xfrm>
            <a:off x="1477080" y="5928800"/>
            <a:ext cx="78594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b="1" i="1" dirty="0"/>
              <a:t>Need for a </a:t>
            </a:r>
            <a:r>
              <a:rPr lang="en-US" sz="2000" b="1" i="1" dirty="0"/>
              <a:t>lightweight</a:t>
            </a:r>
            <a:r>
              <a:rPr lang="en-US" b="1" i="1" dirty="0"/>
              <a:t>, </a:t>
            </a:r>
            <a:r>
              <a:rPr lang="en-US" sz="2000" b="1" i="1" dirty="0"/>
              <a:t>transparent</a:t>
            </a:r>
            <a:r>
              <a:rPr lang="en-US" b="1" i="1" dirty="0"/>
              <a:t>, and </a:t>
            </a:r>
            <a:r>
              <a:rPr lang="en-US" sz="2000" b="1" i="1" dirty="0"/>
              <a:t>offline</a:t>
            </a:r>
            <a:r>
              <a:rPr lang="en-US" b="1" i="1" dirty="0"/>
              <a:t>-capable solution?</a:t>
            </a:r>
            <a:endParaRPr kumimoji="0" lang="en-US" altLang="en-US" b="0" i="1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532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B74BAD7-F0FC-4719-A31F-1ABDB621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48215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3252E-B9FF-4FA1-3B7B-D0814678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805" y="318534"/>
            <a:ext cx="3309131" cy="1322888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928231-2BCE-A5E0-FF28-D4D87E7C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68" t="8209" r="71172" b="49198"/>
          <a:stretch>
            <a:fillRect/>
          </a:stretch>
        </p:blipFill>
        <p:spPr>
          <a:xfrm>
            <a:off x="9578397" y="877580"/>
            <a:ext cx="1568798" cy="1527685"/>
          </a:xfrm>
          <a:prstGeom prst="rect">
            <a:avLst/>
          </a:prstGeom>
        </p:spPr>
      </p:pic>
      <p:pic>
        <p:nvPicPr>
          <p:cNvPr id="8" name="Picture 7" descr="A collage of different types of taxi&#10;&#10;AI-generated content may be incorrect.">
            <a:extLst>
              <a:ext uri="{FF2B5EF4-FFF2-40B4-BE49-F238E27FC236}">
                <a16:creationId xmlns:a16="http://schemas.microsoft.com/office/drawing/2014/main" id="{1E806062-C4F3-42A5-7C70-BC92AC0B95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28" t="18060" r="48699" b="54993"/>
          <a:stretch>
            <a:fillRect/>
          </a:stretch>
        </p:blipFill>
        <p:spPr>
          <a:xfrm>
            <a:off x="9146286" y="2624736"/>
            <a:ext cx="1908680" cy="1527685"/>
          </a:xfrm>
          <a:prstGeom prst="rect">
            <a:avLst/>
          </a:prstGeom>
        </p:spPr>
      </p:pic>
      <p:pic>
        <p:nvPicPr>
          <p:cNvPr id="9" name="Picture 8" descr="A collage of different types of taxi&#10;&#10;AI-generated content may be incorrect.">
            <a:extLst>
              <a:ext uri="{FF2B5EF4-FFF2-40B4-BE49-F238E27FC236}">
                <a16:creationId xmlns:a16="http://schemas.microsoft.com/office/drawing/2014/main" id="{A45D0B35-9797-16E4-1828-3AF4711D3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31" t="53343" r="50356" b="6750"/>
          <a:stretch>
            <a:fillRect/>
          </a:stretch>
        </p:blipFill>
        <p:spPr>
          <a:xfrm>
            <a:off x="8707873" y="1042417"/>
            <a:ext cx="1381305" cy="1671517"/>
          </a:xfrm>
          <a:prstGeom prst="rect">
            <a:avLst/>
          </a:prstGeom>
        </p:spPr>
      </p:pic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CD635431-A2BF-5276-AACD-D3445BB5A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1887217"/>
              </p:ext>
            </p:extLst>
          </p:nvPr>
        </p:nvGraphicFramePr>
        <p:xfrm>
          <a:off x="1137034" y="2194101"/>
          <a:ext cx="6433805" cy="397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00" name="Picture 4" descr="Don't have an Internet connection? Use LearnLeo offline mode. -">
            <a:extLst>
              <a:ext uri="{FF2B5EF4-FFF2-40B4-BE49-F238E27FC236}">
                <a16:creationId xmlns:a16="http://schemas.microsoft.com/office/drawing/2014/main" id="{92F4A8CA-38F8-9D44-C959-1A07D582B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449" y="4564781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35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9978-E9AC-C11A-818D-BCE26B75D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1745E4-31AD-8945-69B9-92E47DC803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37"/>
            <a:ext cx="67024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 based app for drivers and passengers.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QR scanning, rate viewing, trip tracking, and receipt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&amp; Online Data Handling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SQLite database for offline functionality.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 cloud synchronization for central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Regulatory Support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dashboard for government authorities.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 verification and rate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Performance-Oriented Design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 data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response and lightweight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 descr="What is SQLite — Understanding the Lightweight, Serverless Database | by  Sibabalwe Sinyaniso | Medium">
            <a:extLst>
              <a:ext uri="{FF2B5EF4-FFF2-40B4-BE49-F238E27FC236}">
                <a16:creationId xmlns:a16="http://schemas.microsoft.com/office/drawing/2014/main" id="{33F2CF59-FAC2-C557-2462-1DD4AB467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492" y="2634413"/>
            <a:ext cx="3761046" cy="158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E753F9-CE7E-DD9D-D768-8F1CF4F31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413" y="4294658"/>
            <a:ext cx="2447108" cy="2319656"/>
          </a:xfrm>
          <a:prstGeom prst="flowChartConnector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190A9F-B354-7EB5-704D-7E72DC099E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 b="50000"/>
          <a:stretch>
            <a:fillRect/>
          </a:stretch>
        </p:blipFill>
        <p:spPr>
          <a:xfrm>
            <a:off x="9381353" y="4294658"/>
            <a:ext cx="2325616" cy="2319656"/>
          </a:xfrm>
          <a:prstGeom prst="flowChartConnector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A02602-1DF9-91F0-32A4-151146F803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b="50000"/>
          <a:stretch>
            <a:fillRect/>
          </a:stretch>
        </p:blipFill>
        <p:spPr>
          <a:xfrm>
            <a:off x="9097521" y="243686"/>
            <a:ext cx="2488034" cy="2472408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2113706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205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Taxis in Colombo | Visit Colombo">
            <a:extLst>
              <a:ext uri="{FF2B5EF4-FFF2-40B4-BE49-F238E27FC236}">
                <a16:creationId xmlns:a16="http://schemas.microsoft.com/office/drawing/2014/main" id="{381DE2FE-F04C-87CE-79EE-DA937E6ED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2" r="13984" b="1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29E765-F86F-4481-9872-A7A714B22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en-US" sz="9600" b="1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206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34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F585D684B5AB429416BD41D699E281" ma:contentTypeVersion="10" ma:contentTypeDescription="Create a new document." ma:contentTypeScope="" ma:versionID="73adf33d44edfc5269416212e1bbb114">
  <xsd:schema xmlns:xsd="http://www.w3.org/2001/XMLSchema" xmlns:xs="http://www.w3.org/2001/XMLSchema" xmlns:p="http://schemas.microsoft.com/office/2006/metadata/properties" xmlns:ns3="a1f39e09-2780-48e8-9f86-0cec80fd75cf" targetNamespace="http://schemas.microsoft.com/office/2006/metadata/properties" ma:root="true" ma:fieldsID="16bfda01da74e63351d9de231d4c3954" ns3:_="">
    <xsd:import namespace="a1f39e09-2780-48e8-9f86-0cec80fd75c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SystemTag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39e09-2780-48e8-9f86-0cec80fd75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1f39e09-2780-48e8-9f86-0cec80fd75cf" xsi:nil="true"/>
  </documentManagement>
</p:properties>
</file>

<file path=customXml/itemProps1.xml><?xml version="1.0" encoding="utf-8"?>
<ds:datastoreItem xmlns:ds="http://schemas.openxmlformats.org/officeDocument/2006/customXml" ds:itemID="{E6B25AB0-EE95-474E-AF6E-035D444FE2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4C0671-0A78-4B01-99E0-3B45C7567C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39e09-2780-48e8-9f86-0cec80fd75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CA5F1F-0EA8-4545-9003-A41D652FE53B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a1f39e09-2780-48e8-9f86-0cec80fd75cf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260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Wingdings</vt:lpstr>
      <vt:lpstr>Office Theme</vt:lpstr>
      <vt:lpstr>Mobile Application–Based Taxi Meter System</vt:lpstr>
      <vt:lpstr>INTRODUCTION</vt:lpstr>
      <vt:lpstr>OBJECTIVES</vt:lpstr>
      <vt:lpstr>SCOPE OF THE PROJECT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Buddini Munasinhe</dc:creator>
  <cp:lastModifiedBy>Buddini Munasinhe</cp:lastModifiedBy>
  <cp:revision>2</cp:revision>
  <dcterms:created xsi:type="dcterms:W3CDTF">2025-12-21T09:41:32Z</dcterms:created>
  <dcterms:modified xsi:type="dcterms:W3CDTF">2025-12-22T15:23:54Z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0x010100E7F585D684B5AB429416BD41D699E281</vt:lpwstr>
  </property>
</Properties>
</file>